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019175"/>
            <a:ext cx="6642646" cy="107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230"/>
              </a:lnSpc>
              <a:buNone/>
            </a:pPr>
            <a:r>
              <a:rPr lang="en-US" sz="3525" b="1" spc="120" kern="0" dirty="0">
                <a:ln w="11430">
                  <a:solidFill>
                    <a:srgbClr val="6B4D9E"/>
                  </a:solidFill>
                </a:ln>
                <a:solidFill>
                  <a:srgbClr val="FFFD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Witch Rabbit:</a:t>
            </a:r>
            <a:pPr algn="ctr" indent="0" marL="0">
              <a:lnSpc>
                <a:spcPts val="4230"/>
              </a:lnSpc>
              <a:buNone/>
            </a:pPr>
            <a:r>
              <a:rPr lang="en-US" sz="3525" b="1" spc="120" kern="0" dirty="0">
                <a:ln w="11430">
                  <a:solidFill>
                    <a:srgbClr val="6B4D9E"/>
                  </a:solidFill>
                </a:ln>
                <a:solidFill>
                  <a:srgbClr val="FFFD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4230"/>
              </a:lnSpc>
              <a:buNone/>
            </a:pPr>
            <a:r>
              <a:rPr lang="en-US" sz="3525" b="1" spc="120" kern="0" dirty="0">
                <a:ln w="11430">
                  <a:solidFill>
                    <a:srgbClr val="6B4D9E"/>
                  </a:solidFill>
                </a:ln>
                <a:solidFill>
                  <a:srgbClr val="FFFD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Anime Action Game</a:t>
            </a:r>
            <a:endParaRPr lang="en-US" sz="3525" dirty="0"/>
          </a:p>
        </p:txBody>
      </p:sp>
      <p:sp>
        <p:nvSpPr>
          <p:cNvPr id="4" name="Text 1"/>
          <p:cNvSpPr/>
          <p:nvPr/>
        </p:nvSpPr>
        <p:spPr>
          <a:xfrm>
            <a:off x="1115318" y="2657475"/>
            <a:ext cx="10515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E0E0E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 Final Year Project Inspired by Sekiro.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973" y="5719465"/>
            <a:ext cx="658267" cy="67195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690" y="1920180"/>
            <a:ext cx="3572173" cy="36964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75" y="5458867"/>
            <a:ext cx="414486" cy="35659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71" y="5452021"/>
            <a:ext cx="402282" cy="36343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071" y="3792438"/>
            <a:ext cx="438894" cy="37713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71" y="3806130"/>
            <a:ext cx="402282" cy="3497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0275" y="2167086"/>
            <a:ext cx="426690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859" y="2208163"/>
            <a:ext cx="438894" cy="267444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-3028965" y="619125"/>
            <a:ext cx="19133820" cy="714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630"/>
              </a:lnSpc>
              <a:buNone/>
            </a:pPr>
            <a:r>
              <a:rPr lang="en-US" sz="405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 &amp; Core Concept</a:t>
            </a:r>
            <a:endParaRPr lang="en-US" sz="4050" dirty="0"/>
          </a:p>
        </p:txBody>
      </p:sp>
      <p:sp>
        <p:nvSpPr>
          <p:cNvPr id="12" name="Text 1"/>
          <p:cNvSpPr/>
          <p:nvPr/>
        </p:nvSpPr>
        <p:spPr>
          <a:xfrm>
            <a:off x="9144000" y="5886450"/>
            <a:ext cx="1535430" cy="3808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5.5</a:t>
            </a:r>
            <a:endParaRPr lang="en-US" sz="2325" dirty="0"/>
          </a:p>
        </p:txBody>
      </p:sp>
      <p:sp>
        <p:nvSpPr>
          <p:cNvPr id="13" name="Text 2"/>
          <p:cNvSpPr/>
          <p:nvPr/>
        </p:nvSpPr>
        <p:spPr>
          <a:xfrm>
            <a:off x="1266825" y="1781175"/>
            <a:ext cx="306987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This is a third-person action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game. It mixes Sekiro's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precise combat with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beautiful anime art.</a:t>
            </a:r>
            <a:endParaRPr lang="en-US" sz="1575" dirty="0"/>
          </a:p>
        </p:txBody>
      </p:sp>
      <p:sp>
        <p:nvSpPr>
          <p:cNvPr id="14" name="Text 3"/>
          <p:cNvSpPr/>
          <p:nvPr/>
        </p:nvSpPr>
        <p:spPr>
          <a:xfrm>
            <a:off x="4924425" y="1914525"/>
            <a:ext cx="2870746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use Unreal Engine 5.5,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 both C++ and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Blueprints.</a:t>
            </a:r>
            <a:endParaRPr lang="en-US" sz="1650" dirty="0"/>
          </a:p>
        </p:txBody>
      </p:sp>
      <p:sp>
        <p:nvSpPr>
          <p:cNvPr id="15" name="Text 4"/>
          <p:cNvSpPr/>
          <p:nvPr/>
        </p:nvSpPr>
        <p:spPr>
          <a:xfrm>
            <a:off x="1266825" y="3571875"/>
            <a:ext cx="2462213" cy="77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You'll see Touhou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characters in lovely 3D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worlds.</a:t>
            </a:r>
            <a:endParaRPr lang="en-US" sz="1575" dirty="0"/>
          </a:p>
        </p:txBody>
      </p:sp>
      <p:sp>
        <p:nvSpPr>
          <p:cNvPr id="16" name="Text 5"/>
          <p:cNvSpPr/>
          <p:nvPr/>
        </p:nvSpPr>
        <p:spPr>
          <a:xfrm>
            <a:off x="4924425" y="3705225"/>
            <a:ext cx="3048893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key is to master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parries and posture battles.</a:t>
            </a:r>
            <a:endParaRPr lang="en-US" sz="1575" dirty="0"/>
          </a:p>
        </p:txBody>
      </p:sp>
      <p:sp>
        <p:nvSpPr>
          <p:cNvPr id="17" name="Text 6"/>
          <p:cNvSpPr/>
          <p:nvPr/>
        </p:nvSpPr>
        <p:spPr>
          <a:xfrm>
            <a:off x="1266825" y="5362575"/>
            <a:ext cx="2807940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as Reimu Hakurei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 fight strong enemies.</a:t>
            </a:r>
            <a:endParaRPr lang="en-US" sz="1575" dirty="0"/>
          </a:p>
        </p:txBody>
      </p:sp>
      <p:sp>
        <p:nvSpPr>
          <p:cNvPr id="18" name="Text 7"/>
          <p:cNvSpPr/>
          <p:nvPr/>
        </p:nvSpPr>
        <p:spPr>
          <a:xfrm>
            <a:off x="4924425" y="5362575"/>
            <a:ext cx="2849761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Enjoy the mix of 2D anime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looks and 3D action fun.</a:t>
            </a:r>
            <a:endParaRPr lang="en-US" sz="1575" dirty="0"/>
          </a:p>
        </p:txBody>
      </p:sp>
      <p:sp>
        <p:nvSpPr>
          <p:cNvPr id="19" name="Text 8"/>
          <p:cNvSpPr/>
          <p:nvPr/>
        </p:nvSpPr>
        <p:spPr>
          <a:xfrm>
            <a:off x="9753600" y="5915025"/>
            <a:ext cx="3771900" cy="2912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C++ | Blueprint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293986" y="466725"/>
            <a:ext cx="1543050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688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System Highlights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-4019089" y="1171575"/>
            <a:ext cx="2102358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2325" dirty="0">
                <a:solidFill>
                  <a:srgbClr val="A1A1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C++ Source Files | ~760 Lines in Core Character Class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287179" y="1971675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Combat System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42771" y="1971675"/>
            <a:ext cx="60236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488"/>
              </a:lnSpc>
              <a:buNone/>
            </a:pPr>
            <a:r>
              <a:rPr lang="en-US" sz="23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Deflection System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7247081" y="1971675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Posture System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47750" y="2628900"/>
            <a:ext cx="3310830" cy="16118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SekiroCombatComponent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Orchestrates attack flows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 damage.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Syncs battle logic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smoothly with animations.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76775" y="2628900"/>
            <a:ext cx="3122265" cy="16118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SekiroDeflectComponent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Rewards precise timing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perfect parries.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Instant visual feedback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confirms success.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10550" y="2628900"/>
            <a:ext cx="3310830" cy="16118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SekiroPostureComponent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Real-time posture tracking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adds strategic depth.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Breaking posture triggers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3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decisive executions.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498" y="5870377"/>
            <a:ext cx="719286" cy="5485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80" y="5836146"/>
            <a:ext cx="585192" cy="59650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71" y="1639044"/>
            <a:ext cx="5205859" cy="351814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1968103"/>
            <a:ext cx="5291286" cy="349061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0550" y="466725"/>
            <a:ext cx="24757380" cy="6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087"/>
              </a:lnSpc>
              <a:buNone/>
            </a:pPr>
            <a:r>
              <a:rPr lang="en-US" sz="42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Perfect Parry: Visual &amp; Audio Feedback</a:t>
            </a:r>
            <a:endParaRPr lang="en-US" sz="4275" dirty="0"/>
          </a:p>
        </p:txBody>
      </p:sp>
      <p:sp>
        <p:nvSpPr>
          <p:cNvPr id="8" name="Text 1"/>
          <p:cNvSpPr/>
          <p:nvPr/>
        </p:nvSpPr>
        <p:spPr>
          <a:xfrm>
            <a:off x="1019175" y="1600200"/>
            <a:ext cx="9601200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PERFECT PARRY vs REGULAR PARRY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6686550" y="5238750"/>
            <a:ext cx="11155680" cy="1814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Note: Implemented in C++ function HandleParryResult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3302273" y="6467475"/>
            <a:ext cx="257175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112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Feedback</a:t>
            </a:r>
            <a:endParaRPr lang="en-US" sz="1125" dirty="0"/>
          </a:p>
        </p:txBody>
      </p:sp>
      <p:sp>
        <p:nvSpPr>
          <p:cNvPr id="11" name="Text 4"/>
          <p:cNvSpPr/>
          <p:nvPr/>
        </p:nvSpPr>
        <p:spPr>
          <a:xfrm>
            <a:off x="5215414" y="6467475"/>
            <a:ext cx="2080260" cy="1226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65"/>
              </a:lnSpc>
              <a:buNone/>
            </a:pPr>
            <a:r>
              <a:rPr lang="en-US" sz="9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Feedback</a:t>
            </a:r>
            <a:endParaRPr lang="en-US" sz="975" dirty="0"/>
          </a:p>
        </p:txBody>
      </p:sp>
      <p:sp>
        <p:nvSpPr>
          <p:cNvPr id="12" name="Text 5"/>
          <p:cNvSpPr/>
          <p:nvPr/>
        </p:nvSpPr>
        <p:spPr>
          <a:xfrm>
            <a:off x="6992258" y="6467475"/>
            <a:ext cx="1783080" cy="1226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65"/>
              </a:lnSpc>
              <a:buNone/>
            </a:pPr>
            <a:r>
              <a:rPr lang="en-US" sz="9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Shake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153" y="1995636"/>
            <a:ext cx="451098" cy="4799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57" y="2009329"/>
            <a:ext cx="499765" cy="4320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4098622" y="962025"/>
            <a:ext cx="21625560" cy="54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b="1" dirty="0">
                <a:ln w="9525">
                  <a:solidFill>
                    <a:srgbClr val="0056B3"/>
                  </a:solidFill>
                </a:ln>
                <a:solidFill>
                  <a:srgbClr val="E0E0E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Academic Integrity: AI &amp; Third-Party Assets</a:t>
            </a:r>
            <a:endParaRPr lang="en-US" sz="3300" dirty="0"/>
          </a:p>
        </p:txBody>
      </p:sp>
      <p:sp>
        <p:nvSpPr>
          <p:cNvPr id="6" name="Text 1"/>
          <p:cNvSpPr/>
          <p:nvPr/>
        </p:nvSpPr>
        <p:spPr>
          <a:xfrm>
            <a:off x="1685925" y="2009775"/>
            <a:ext cx="59664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2175" b="1" dirty="0">
                <a:solidFill>
                  <a:srgbClr val="1A237E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AI Tool Assistance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7172325" y="2009775"/>
            <a:ext cx="64808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2025" b="1" dirty="0">
                <a:solidFill>
                  <a:srgbClr val="1A237E"/>
                </a:solidFill>
                <a:latin typeface="Trebuchet-BoldItalic" pitchFamily="34" charset="0"/>
                <a:ea typeface="Trebuchet-BoldItalic" pitchFamily="34" charset="-122"/>
                <a:cs typeface="Trebuchet-BoldItalic" pitchFamily="34" charset="-120"/>
              </a:rPr>
              <a:t>Third-Party Resources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1323975" y="2590800"/>
            <a:ext cx="4484340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AI aided code generation and bug</a:t>
            </a:r>
            <a:pPr indent="0" marL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fixing.</a:t>
            </a:r>
            <a:endParaRPr lang="en-US" sz="1725" dirty="0"/>
          </a:p>
        </p:txBody>
      </p:sp>
      <p:sp>
        <p:nvSpPr>
          <p:cNvPr id="9" name="Text 4"/>
          <p:cNvSpPr/>
          <p:nvPr/>
        </p:nvSpPr>
        <p:spPr>
          <a:xfrm>
            <a:off x="1323975" y="3209925"/>
            <a:ext cx="425380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Tools guided our visual effects and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animations.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323975" y="3829050"/>
            <a:ext cx="85725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GitHub support was utilized.</a:t>
            </a:r>
            <a:endParaRPr lang="en-US" sz="1875" dirty="0"/>
          </a:p>
        </p:txBody>
      </p:sp>
      <p:sp>
        <p:nvSpPr>
          <p:cNvPr id="11" name="Text 6"/>
          <p:cNvSpPr/>
          <p:nvPr/>
        </p:nvSpPr>
        <p:spPr>
          <a:xfrm>
            <a:off x="1323975" y="4171950"/>
            <a:ext cx="98069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We openly disclose all AI assistance.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810375" y="2590800"/>
            <a:ext cx="430619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Community models and animations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were integrated.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810375" y="3209925"/>
            <a:ext cx="414903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Audio came from established free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libraries.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810375" y="3829050"/>
            <a:ext cx="3436590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Unreal Nanite enhanced the</a:t>
            </a:r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environment.</a:t>
            </a:r>
            <a:endParaRPr lang="en-US" sz="1575" dirty="0"/>
          </a:p>
        </p:txBody>
      </p:sp>
      <p:sp>
        <p:nvSpPr>
          <p:cNvPr id="15" name="Text 10"/>
          <p:cNvSpPr/>
          <p:nvPr/>
        </p:nvSpPr>
        <p:spPr>
          <a:xfrm>
            <a:off x="6810375" y="4448175"/>
            <a:ext cx="3604171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• All external assets are clearly</a:t>
            </a:r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credited.</a:t>
            </a:r>
            <a:endParaRPr lang="en-US" sz="1575" dirty="0"/>
          </a:p>
        </p:txBody>
      </p:sp>
      <p:sp>
        <p:nvSpPr>
          <p:cNvPr id="16" name="Text 11"/>
          <p:cNvSpPr/>
          <p:nvPr/>
        </p:nvSpPr>
        <p:spPr>
          <a:xfrm>
            <a:off x="-2599373" y="5895975"/>
            <a:ext cx="181051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rebuchetMS-Italic" pitchFamily="34" charset="0"/>
                <a:ea typeface="TrebuchetMS-Italic" pitchFamily="34" charset="-122"/>
                <a:cs typeface="TrebuchetMS-Italic" pitchFamily="34" charset="-120"/>
              </a:rPr>
              <a:t>We follow CityU's policy by disclosing all AI and third-party resources.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882" y="5115967"/>
            <a:ext cx="1170384" cy="17418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907733" y="400050"/>
            <a:ext cx="14721840" cy="56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485"/>
              </a:lnSpc>
              <a:buNone/>
            </a:pPr>
            <a:r>
              <a:rPr lang="en-US" sz="3450" b="1" spc="6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Future Development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-537716" y="1600200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Project Achievements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295424" y="1600200"/>
            <a:ext cx="7406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Future Development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1447800" y="2286000"/>
            <a:ext cx="4274790" cy="267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Created Sekiro-style combat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prototype.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Wrote extensive C++ code for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character.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Added anime VRM characters.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Built precise parry and posture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systems.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Achieved anime cel-shading.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Validated AI workflow.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934200" y="2286000"/>
            <a:ext cx="4683323" cy="20804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More VRM character models.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Add dynamic music system.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Optimize for mobile with LOD.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Automate testing and level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generation.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Add skill trees and customization.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Introduce multiplayer co-op.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2003971" y="6553200"/>
            <a:ext cx="10401300" cy="1657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0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City University of Hong Kong - SCM Final Year Project 2026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2026-02-22T14:13:07Z</dcterms:created>
  <dcterms:modified xsi:type="dcterms:W3CDTF">2026-02-22T14:13:07Z</dcterms:modified>
</cp:coreProperties>
</file>