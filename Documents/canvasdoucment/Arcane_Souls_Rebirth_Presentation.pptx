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5266944"/>
            <a:ext cx="11430000" cy="1380744"/>
          </a:xfrm>
          <a:prstGeom prst="rect">
            <a:avLst/>
          </a:prstGeom>
          <a:solidFill>
            <a:srgbClr val="F5F8FF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4215"/>
            <a:ext cx="1124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00B0F0"/>
                </a:solidFill>
                <a:latin typeface="Calibri"/>
              </a:rPr>
              <a:t>Arcane Souls: Rebirth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456432"/>
            <a:ext cx="8503920" cy="25400"/>
          </a:xfrm>
          <a:prstGeom prst="rect">
            <a:avLst/>
          </a:prstGeom>
          <a:solidFill>
            <a:srgbClr val="D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285232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1C2B5E"/>
                </a:solidFill>
                <a:latin typeface="Calibri"/>
              </a:rPr>
              <a:t>Group: AIGEN  |  Lee Chun Kit &amp; Lam Chi Him
Advisor: </a:t>
            </a:r>
            <a:r>
              <a:rPr sz="1500" b="0" i="0" dirty="0" err="1">
                <a:solidFill>
                  <a:srgbClr val="1C2B5E"/>
                </a:solidFill>
                <a:latin typeface="Calibri"/>
              </a:rPr>
              <a:t>Jussi</a:t>
            </a:r>
            <a:r>
              <a:rPr sz="1500" b="0" i="0" dirty="0">
                <a:solidFill>
                  <a:srgbClr val="1C2B5E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C2B5E"/>
                </a:solidFill>
                <a:latin typeface="Calibri"/>
              </a:rPr>
              <a:t>Pekka</a:t>
            </a:r>
            <a:r>
              <a:rPr sz="1500" b="0" i="0" dirty="0">
                <a:solidFill>
                  <a:srgbClr val="1C2B5E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C2B5E"/>
                </a:solidFill>
                <a:latin typeface="Calibri"/>
              </a:rPr>
              <a:t>Holopainen</a:t>
            </a:r>
            <a:r>
              <a:rPr sz="1500" b="0" i="0" dirty="0">
                <a:solidFill>
                  <a:srgbClr val="1C2B5E"/>
                </a:solidFill>
                <a:latin typeface="Calibri"/>
              </a:rPr>
              <a:t>  |  SM4712B (LA2)
City University of Hong Kong — School of Creative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" y="6109551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D46A28"/>
                </a:solidFill>
                <a:latin typeface="Calibri"/>
              </a:rPr>
              <a:t>Phase II Final Presentation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739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88888"/>
                </a:solidFill>
                <a:latin typeface="Calibri"/>
              </a:rPr>
              <a:t>* Background artwork: AI-generated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6BC0"/>
                </a:solidFill>
                <a:latin typeface="Calibri"/>
              </a:rPr>
              <a:t>01  Introduction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5E"/>
                </a:solidFill>
                <a:latin typeface="Calibri"/>
              </a:rPr>
              <a:t>02 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6BC0"/>
                </a:solidFill>
                <a:latin typeface="Calibri"/>
              </a:rPr>
              <a:t>03  What We Built (Deliverables)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5E"/>
                </a:solidFill>
                <a:latin typeface="Calibri"/>
              </a:rPr>
              <a:t>04 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6BC0"/>
                </a:solidFill>
                <a:latin typeface="Calibri"/>
              </a:rPr>
              <a:t>05  Boss AI &amp; Perilous Attack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5E"/>
                </a:solidFill>
                <a:latin typeface="Calibri"/>
              </a:rPr>
              <a:t>06  VRM Character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6BC0"/>
                </a:solidFill>
                <a:latin typeface="Calibri"/>
              </a:rPr>
              <a:t>07  Results &amp;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5E"/>
                </a:solidFill>
                <a:latin typeface="Calibri"/>
              </a:rPr>
              <a:t>08  Challenges &amp;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23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6BC0"/>
                </a:solidFill>
                <a:latin typeface="Calibri"/>
              </a:rPr>
              <a:t>09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5577"/>
                </a:solidFill>
                <a:latin typeface="Calibri"/>
              </a:rPr>
              <a:t>Why does this game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41148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6BC0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• Souls-like genre is growing but few combine:
  anime visuals + deep posture combat
• Small indie teams lack scalable pipelines
  for VRM anime characters in UE5
• No existing project merges Sekiro-style
  posture mechanics with stylized UE5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411480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6A28"/>
                </a:solidFill>
                <a:latin typeface="Calibri"/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• Arcane Souls: Rebirth
  — Sekiro-inspired 3D action game
• Built in Unreal Engine 5.5 with C++
• Touhou Project anime characters
  (Reimu, Patchouli) via VRM4U plugin
• Full posture / parry / perilous attack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50292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6BC0"/>
                </a:solidFill>
                <a:latin typeface="Calibri"/>
              </a:rPr>
              <a:t>🎨 Creative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Cohesive anime aesthetic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Cinematic stylized visuals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Touhou character designs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49039" cy="502920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6A28"/>
                </a:solidFill>
                <a:latin typeface="Calibri"/>
              </a:rPr>
              <a:t>⚙️ 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4-frame (67ms) parry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Lumen global illumination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566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Behavior Tree boss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43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Niagara VFX for combat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DFF5E8"/>
          </a:solidFill>
          <a:ln w="19050">
            <a:solidFill>
              <a:srgbClr val="16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7A3C"/>
                </a:solidFill>
                <a:latin typeface="Calibri"/>
              </a:rPr>
              <a:t>🎯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60 FPS @ 1080p (GTX 1660S)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88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Input latency &lt; 100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66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77"/>
                </a:solidFill>
                <a:latin typeface="Calibri"/>
              </a:rPr>
              <a:t>▶  p95 frame time &lt; 20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5577"/>
                </a:solidFill>
                <a:latin typeface="Calibri"/>
              </a:rPr>
              <a:t>Phase II Deliverables — all ✅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Playable Vertical Slice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Full game: player + boss + arena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Player Character (Reimu)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VRM model, IK-retargeted combat animations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Boss (BP_SekiroEnemy)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4 standard attacks + 2 perilous attacks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7744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Combat System (C++)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Posture, deflection, deathblow 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Boss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Behavior Tree + randomized attack selection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Boss Arena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Shrine-themed with Lumen lighting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HUD/UI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57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Health, posture, lock-on, perilous warning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5669280" cy="100584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✅  Source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257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C++ + Blueprints + Python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5577"/>
                </a:solidFill>
                <a:latin typeface="Calibri"/>
              </a:rPr>
              <a:t>Component-based C++ design shared by player &amp; boss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6A28"/>
                </a:solidFill>
                <a:latin typeface="Calibri"/>
              </a:rPr>
              <a:t>ASekiroCharacter  (C++ Base Class)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43000"/>
            <a:ext cx="4389120" cy="457200"/>
          </a:xfrm>
          <a:prstGeom prst="rect">
            <a:avLst/>
          </a:prstGeom>
          <a:noFill/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332720" cy="658368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6BC0"/>
                </a:solidFill>
                <a:latin typeface="Calibri"/>
              </a:rPr>
              <a:t>USekiroPostureComponent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→  Posture accumulation &amp; break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78608"/>
            <a:ext cx="10332720" cy="658368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6BC0"/>
                </a:solidFill>
                <a:latin typeface="Calibri"/>
              </a:rPr>
              <a:t>USekiroDeflectComponent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→  Parry window timing (4 frames)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328416"/>
            <a:ext cx="10332720" cy="658368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6BC0"/>
                </a:solidFill>
                <a:latin typeface="Calibri"/>
              </a:rPr>
              <a:t>USekiroCombatComponent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01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→  Attack combos &amp; hit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78224"/>
            <a:ext cx="10332720" cy="658368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151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6BC0"/>
                </a:solidFill>
                <a:latin typeface="Calibri"/>
              </a:rPr>
              <a:t>USekiroAttributeComponent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51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→  Health, damage, death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28032"/>
            <a:ext cx="10332720" cy="658368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901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6A28"/>
                </a:solidFill>
                <a:latin typeface="Calibri"/>
              </a:rPr>
              <a:t>USekiroEnemyAttributeComponent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011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→  Boss: montage pools &amp; perilous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10332720" cy="658368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650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6A28"/>
                </a:solidFill>
                <a:latin typeface="Calibri"/>
              </a:rPr>
              <a:t>Behavior Tree + AI 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50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→  Boss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Boss AI &amp; Perilous Attack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0292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6BC0"/>
                </a:solidFill>
                <a:latin typeface="Calibri"/>
              </a:rPr>
              <a:t>Behavior Tree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Root (Selector)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├── [IsAlerted=true]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│     └── Sequence: Combat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4261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│           ├── Move To 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│           └── Select Attack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6A28"/>
                </a:solidFill>
                <a:latin typeface="Calibri"/>
              </a:rPr>
              <a:t>  │                 ├── 75%: Standard Combo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│                 │     (4 montages, random)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962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020"/>
                </a:solidFill>
                <a:latin typeface="Calibri"/>
              </a:rPr>
              <a:t>  │                 └── 25%: Perilous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5137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│                       (2 montages, random)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5312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└── Sequence: Idle/Patrol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      ├── Wait (2–4 sec)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5663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        └── Random move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F8DFDF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2618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  <a:latin typeface="Calibri"/>
              </a:rPr>
              <a:t>⚠  Perilous Attack: Unblockable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「危」kanji warning displayed on screen
• Cannot be blocked — must DODGE
• Two types: Great Sword Slash + Upward Thrust
• Probability: PerilousChance (default 25%)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5303520" cy="246888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Standard Attacks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▸ Heavy Slam — High dmg, long windup, blockable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▸ Quick Sweep — Medium dmg, short windup, dodge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▸ Forward Thrust — Medium dmg, parryable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77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▸ Two-Hit Combo — Delayed second hit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VRM Anime Character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5577"/>
                </a:solidFill>
                <a:latin typeface="Calibri"/>
              </a:rPr>
              <a:t>How we put Reimu and Patchouli into UE5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103120" cy="36576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6BC0"/>
                </a:solidFill>
                <a:latin typeface="Calibri"/>
              </a:rPr>
              <a:t>VRM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Touhou Project
Reimu / Patchouli
(.vrm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6BC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280160"/>
            <a:ext cx="2103120" cy="365760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371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6A28"/>
                </a:solidFill>
                <a:latin typeface="Calibri"/>
              </a:rPr>
              <a:t>VRM4U 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116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Import into UE5
Auto-generates
Skeleton +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6BC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280160"/>
            <a:ext cx="2103120" cy="36576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371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6BC0"/>
                </a:solidFill>
                <a:latin typeface="Calibri"/>
              </a:rPr>
              <a:t>IK Retargeter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RTG__魔_博麗_霊夢
Mannequin → VRM
bone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6BC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280160"/>
            <a:ext cx="2103120" cy="365760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1371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6A28"/>
                </a:solidFill>
                <a:latin typeface="Calibri"/>
              </a:rPr>
              <a:t>AnimBlueprint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0116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ABP_reimu_C
Realtime animation
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6BC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280160"/>
            <a:ext cx="2103120" cy="3657600"/>
          </a:xfrm>
          <a:prstGeom prst="rect">
            <a:avLst/>
          </a:prstGeom>
          <a:solidFill>
            <a:srgbClr val="DFF5E8"/>
          </a:solidFill>
          <a:ln w="19050">
            <a:solidFill>
              <a:srgbClr val="16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1371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7A3C"/>
                </a:solidFill>
                <a:latin typeface="Calibri"/>
              </a:rPr>
              <a:t>In-Game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0116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Full combat anims
on anime character
at 60 FPS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11338560" cy="146304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6A28"/>
                </a:solidFill>
                <a:latin typeface="Calibri"/>
              </a:rPr>
              <a:t>Key Challenges: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Rest pose mismatch (VRM A-pose vs Mannequin T-pose) → Fixed Retarget Pose in IK Retargeter
Weapon attached to Mannequin bone → Runtime re-attachment to VRM 「右手首」bone at BeginPlay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Combat System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5577"/>
                </a:solidFill>
                <a:latin typeface="Calibri"/>
              </a:rPr>
              <a:t>Posture · Deflect · Deathblow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50292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6BC0"/>
                </a:solidFill>
                <a:latin typeface="Calibri"/>
              </a:rPr>
              <a:t>🛡  PARRY / DEFLECT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Fixed 4-frame window (≈67 ms @ 60 FPS)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Perfect Parry → posture dmg to ATTACKER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Late block → posture dmg to DEFENDER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No input → direct health damage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88720"/>
            <a:ext cx="3749039" cy="502920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39" y="1280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A28"/>
                </a:solidFill>
                <a:latin typeface="Calibri"/>
              </a:rPr>
              <a:t>💀  POSTURE 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20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Posture accumulates when blocking attacks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7432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Posture breaks → stagger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566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Staggered boss: DEATHBLOW prompt appears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3891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Posture recovers slowly when not 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8" y="1188720"/>
            <a:ext cx="3749039" cy="5029200"/>
          </a:xfrm>
          <a:prstGeom prst="rect">
            <a:avLst/>
          </a:prstGeom>
          <a:solidFill>
            <a:srgbClr val="F8DFDF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8" y="1280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2020"/>
                </a:solidFill>
                <a:latin typeface="Calibri"/>
              </a:rPr>
              <a:t>⚔  COMBAT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8" y="1920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Engage → Attack pattern (BT selects)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8" y="27432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Player parries → builds boss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8" y="3566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Posture break → execute deathblow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8" y="43891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• Repeat (boss has multiple HP bars)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Results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6A28"/>
                </a:solidFill>
                <a:latin typeface="Calibri"/>
              </a:rPr>
              <a:t>Performance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28600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00200"/>
            <a:ext cx="100584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627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600200"/>
            <a:ext cx="182880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40" y="16276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Achieved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22860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FPS @ 1080p (GTX 1660S)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965960"/>
            <a:ext cx="100584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≥ 60 FPS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965960"/>
            <a:ext cx="18288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40" y="2029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7A3C"/>
                </a:solidFill>
                <a:latin typeface="Calibri"/>
              </a:rPr>
              <a:t>✅ Stable 60 FPS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23160"/>
            <a:ext cx="22860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4871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p95 Frame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423160"/>
            <a:ext cx="100584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4871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&lt; 20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423160"/>
            <a:ext cx="18288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77640" y="24871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7A3C"/>
                </a:solidFill>
                <a:latin typeface="Calibri"/>
              </a:rPr>
              <a:t>✅ ~17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80360"/>
            <a:ext cx="22860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9443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Input Latency (parry)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880360"/>
            <a:ext cx="100584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80360" y="29443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&lt; 100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880360"/>
            <a:ext cx="18288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77640" y="29443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7A3C"/>
                </a:solidFill>
                <a:latin typeface="Calibri"/>
              </a:rPr>
              <a:t>✅ ~67 ms (4 frames)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37560"/>
            <a:ext cx="22860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4015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Asset Load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337560"/>
            <a:ext cx="100584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3401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5E"/>
                </a:solidFill>
                <a:latin typeface="Calibri"/>
              </a:rPr>
              <a:t>&lt; 5 sec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337560"/>
            <a:ext cx="18288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77640" y="3401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7A3C"/>
                </a:solidFill>
                <a:latin typeface="Calibri"/>
              </a:rPr>
              <a:t>✅ ~3 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6A28"/>
                </a:solidFill>
                <a:latin typeface="Calibri"/>
              </a:rPr>
              <a:t>Playtest Results  (n=5)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600200"/>
            <a:ext cx="137160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16276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1600200"/>
            <a:ext cx="73152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9560" y="1627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Parry%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1600200"/>
            <a:ext cx="68580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32520" y="162763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Deaths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1600200"/>
            <a:ext cx="2560320" cy="347472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64040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965960"/>
            <a:ext cx="13716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2029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Souls beginner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1965960"/>
            <a:ext cx="73152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09560" y="20299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28%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1965960"/>
            <a:ext cx="6858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3252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0" y="1965960"/>
            <a:ext cx="256032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40" y="20299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Warning clear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423160"/>
            <a:ext cx="13716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46520" y="24871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Souls beginner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2423160"/>
            <a:ext cx="73152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09560" y="24871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35%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2423160"/>
            <a:ext cx="6858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32520" y="24871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2423160"/>
            <a:ext cx="256032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64040" y="2487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Blocking responsive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2880360"/>
            <a:ext cx="13716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46520" y="29443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Casual gamer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2880360"/>
            <a:ext cx="73152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09560" y="29443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22%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2880360"/>
            <a:ext cx="6858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32520" y="29443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0" y="2880360"/>
            <a:ext cx="256032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64040" y="2944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Visual feedback helps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337560"/>
            <a:ext cx="13716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46520" y="34015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Sekiro veteran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3337560"/>
            <a:ext cx="73152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09560" y="34015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58%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3337560"/>
            <a:ext cx="68580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732520" y="34015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18320" y="3337560"/>
            <a:ext cx="2560320" cy="438912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64040" y="34015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Parry feels fair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3794760"/>
            <a:ext cx="13716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46520" y="38587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Sekiro veteran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63840" y="3794760"/>
            <a:ext cx="73152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909560" y="38587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65%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3794760"/>
            <a:ext cx="68580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732520" y="38587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20" y="3794760"/>
            <a:ext cx="2560320" cy="438912"/>
          </a:xfrm>
          <a:prstGeom prst="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64040" y="38587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5E"/>
                </a:solidFill>
                <a:latin typeface="Calibri"/>
              </a:rPr>
              <a:t>Perilous adds variety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338560" cy="987552"/>
          </a:xfrm>
          <a:prstGeom prst="rect">
            <a:avLst/>
          </a:prstGeom>
          <a:solidFill>
            <a:srgbClr val="DFECF8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43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28"/>
                </a:solidFill>
                <a:latin typeface="Calibri"/>
              </a:rPr>
              <a:t>VRM Forward Lean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261872"/>
            <a:ext cx="1371600" cy="292608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1280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REST 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Problem: Rest pose mismatch: VRM A-pose vs UE5 T-pose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243584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7A3C"/>
                </a:solidFill>
                <a:latin typeface="Calibri"/>
              </a:rPr>
              <a:t>✅ Fix: Edited Retarget Pose in IK Retargeter to correct spine/pelvis rotations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67712"/>
            <a:ext cx="11338560" cy="987552"/>
          </a:xfrm>
          <a:prstGeom prst="rect">
            <a:avLst/>
          </a:prstGeom>
          <a:solidFill>
            <a:srgbClr val="F8EDDF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322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6BC0"/>
                </a:solidFill>
                <a:latin typeface="Calibri"/>
              </a:rPr>
              <a:t>Weapon Wrong 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340864"/>
            <a:ext cx="1371600" cy="292608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23591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BONE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Problem: Weapon on Mannequin hand_r, not VRM hand bone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22576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7A3C"/>
                </a:solidFill>
                <a:latin typeface="Calibri"/>
              </a:rPr>
              <a:t>✅ Fix: Runtime re-attachment to 「右手首」 (right hand) VRM bone at BeginPlay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46704"/>
            <a:ext cx="11338560" cy="987552"/>
          </a:xfrm>
          <a:prstGeom prst="rect">
            <a:avLst/>
          </a:prstGeom>
          <a:solidFill>
            <a:srgbClr val="DFECF8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28"/>
                </a:solidFill>
                <a:latin typeface="Calibri"/>
              </a:rPr>
              <a:t>Boss T-Pose Attack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419856"/>
            <a:ext cx="1371600" cy="292608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0360" y="34381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CDO vs INSTANCE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039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Problem: AnimBP class assignment lost on Blueprint instance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01568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7A3C"/>
                </a:solidFill>
                <a:latin typeface="Calibri"/>
              </a:rPr>
              <a:t>✅ Fix: Re-assigned ABP_SekiroEnemy_New and re-spawned actor to inherit updated CDO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25696"/>
            <a:ext cx="11338560" cy="987552"/>
          </a:xfrm>
          <a:prstGeom prst="rect">
            <a:avLst/>
          </a:prstGeom>
          <a:solidFill>
            <a:srgbClr val="F8EDDF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6BC0"/>
                </a:solidFill>
                <a:latin typeface="Calibri"/>
              </a:rPr>
              <a:t>Perilous Not Firing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498848"/>
            <a:ext cx="1371600" cy="292608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80360" y="45171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CDO MISMATCH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828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Problem: CDO vs Instance data mismatch after Blueprint 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4805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7A3C"/>
                </a:solidFill>
                <a:latin typeface="Calibri"/>
              </a:rPr>
              <a:t>✅ Fix: Deleted and re-spawned boss to inherit correct default values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04688"/>
            <a:ext cx="11338560" cy="987552"/>
          </a:xfrm>
          <a:prstGeom prst="rect">
            <a:avLst/>
          </a:prstGeom>
          <a:solidFill>
            <a:srgbClr val="DFECF8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559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28"/>
                </a:solidFill>
                <a:latin typeface="Calibri"/>
              </a:rPr>
              <a:t>FBX Import Hijacked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5577840"/>
            <a:ext cx="1371600" cy="292608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80360" y="55961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PLUGIN CONFLICT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61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7"/>
                </a:solidFill>
                <a:latin typeface="Calibri"/>
              </a:rPr>
              <a:t>Problem: VRM4U intercepted ALL FBX imports globally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559552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7A3C"/>
                </a:solidFill>
                <a:latin typeface="Calibri"/>
              </a:rPr>
              <a:t>✅ Fix: Temporarily disabled VRM4U plugin for animation imports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Live Demo /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7589520" cy="411480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6BC0"/>
                </a:solidFill>
                <a:latin typeface="Calibri"/>
              </a:rPr>
              <a:t>▶   GAME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5E"/>
                </a:solidFill>
                <a:latin typeface="Calibri"/>
              </a:rPr>
              <a:t>① Player movement + lock-on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5E"/>
                </a:solidFill>
                <a:latin typeface="Calibri"/>
              </a:rPr>
              <a:t>② Boss attack patterns (4 standard)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5E"/>
                </a:solidFill>
                <a:latin typeface="Calibri"/>
              </a:rPr>
              <a:t>③ Parry → Posture break → Deathblow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5E"/>
                </a:solidFill>
                <a:latin typeface="Calibri"/>
              </a:rPr>
              <a:t>④ Perilous attack: 「危」warning appears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852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5E"/>
                </a:solidFill>
                <a:latin typeface="Calibri"/>
              </a:rPr>
              <a:t>⑤ Dodge dodges the unblockable hit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Conclusion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2560320"/>
          </a:xfrm>
          <a:prstGeom prst="rect">
            <a:avLst/>
          </a:prstGeom>
          <a:solidFill>
            <a:srgbClr val="DFF5E8"/>
          </a:solidFill>
          <a:ln w="19050">
            <a:solidFill>
              <a:srgbClr val="16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7A3C"/>
                </a:solidFill>
                <a:latin typeface="Calibri"/>
              </a:rPr>
              <a:t>✅  What Went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Modular C++ component architecture — reusable between player &amp; boss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219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VRM4U → IK Retargeter pipeline — reproducible for future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Behavior Tree + probability attack — easy designer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912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60 FPS stable — met all performance targets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56032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28"/>
                </a:solidFill>
                <a:latin typeface="Calibri"/>
              </a:rPr>
              <a:t>⚠  What Could Be Better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IK retargeting quality — minor artefacts in extreme poses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219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Content scope — planned 2 levels, delivered 1 boss arena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06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No automated unit tests for combat calculations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912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77"/>
                </a:solidFill>
                <a:latin typeface="Calibri"/>
              </a:rPr>
              <a:t>• Stricter branch/PR workflow to avoid merge conflicts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338560" cy="2468880"/>
          </a:xfrm>
          <a:prstGeom prst="rect">
            <a:avLst/>
          </a:prstGeom>
          <a:solidFill>
            <a:srgbClr val="DFECF8"/>
          </a:solidFill>
          <a:ln w="19050">
            <a:solidFill>
              <a:srgbClr val="38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6BC0"/>
                </a:solidFill>
                <a:latin typeface="Calibri"/>
              </a:rPr>
              <a:t>🔑  Key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1.  Reproducible VRM → UE5 character integration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2.  Modular C++ posture-based combat architecture applicable to other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  <a:latin typeface="Calibri"/>
              </a:rPr>
              <a:t>3.  Practical patterns for combining anime visuals with responsive action combat in UE5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"/>
            <a:ext cx="12188952" cy="749808"/>
          </a:xfrm>
          <a:prstGeom prst="rect">
            <a:avLst/>
          </a:prstGeom>
          <a:solidFill>
            <a:srgbClr val="B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5E"/>
                </a:solidFill>
                <a:latin typeface="Calibri"/>
              </a:rPr>
              <a:t>Thank You  ·  References &amp; AI Ethics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386BC0"/>
                </a:solidFill>
                <a:latin typeface="Calibri"/>
              </a:rPr>
              <a:t>Questions &amp; Discussion Welcome  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07592"/>
            <a:ext cx="11430000" cy="347472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5E"/>
                </a:solidFill>
                <a:latin typeface="Calibri"/>
              </a:rPr>
              <a:t>Lee Chun Kit (57306141)    ·    Lam Chi Him (57185861)    ·    SM4712B  |  AIGEN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6BC0"/>
                </a:solidFill>
                <a:latin typeface="Calibri"/>
              </a:rPr>
              <a:t>📚 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5E"/>
                </a:solidFill>
                <a:latin typeface="Calibri"/>
              </a:rPr>
              <a:t>[1]  Epic Games. (2024). Unreal Engine 5 Documentation. docs.unrealengine.com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5E"/>
                </a:solidFill>
                <a:latin typeface="Calibri"/>
              </a:rPr>
              <a:t>[2]  FromSoftware. (2019). Sekiro: Shadows Die Twice. Activision Blizzard.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06624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5E"/>
                </a:solidFill>
                <a:latin typeface="Calibri"/>
              </a:rPr>
              <a:t>[3]  Team Shanghai Alice (ZUN). (1996–2024). Touhou Project. Self-published.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08376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5E"/>
                </a:solidFill>
                <a:latin typeface="Calibri"/>
              </a:rPr>
              <a:t>[4]  ruyo. (2024). VRM4U: VRM importer plugin for UE5. github.com/ruyo/VRM4U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5E"/>
                </a:solidFill>
                <a:latin typeface="Calibri"/>
              </a:rPr>
              <a:t>[5]  Gregory, J. (2018). Game Engine Architecture (3rd ed.). CRC Press.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75887"/>
            <a:ext cx="11430000" cy="2514600"/>
          </a:xfrm>
          <a:prstGeom prst="rect">
            <a:avLst/>
          </a:prstGeom>
          <a:solidFill>
            <a:srgbClr val="F8EDDF"/>
          </a:solidFill>
          <a:ln w="19050">
            <a:solidFill>
              <a:srgbClr val="D4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28"/>
                </a:solidFill>
                <a:latin typeface="Calibri"/>
              </a:rPr>
              <a:t>⚙  AI Ethical Usage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5E"/>
                </a:solidFill>
                <a:latin typeface="Calibri"/>
              </a:rPr>
              <a:t>• AI was used as a learning consultant only — never as a code generator or blueprint drafter.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5E"/>
                </a:solidFill>
                <a:latin typeface="Calibri"/>
              </a:rPr>
              <a:t>• Blueprint nodes:  We never let AI drag or wire connections. We asked AI to explain the concept,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5E"/>
                </a:solidFill>
                <a:latin typeface="Calibri"/>
              </a:rPr>
              <a:t>   then implemented every node and connection ourselves inside the UE5 editor.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5E"/>
                </a:solidFill>
                <a:latin typeface="Calibri"/>
              </a:rPr>
              <a:t>• Hard bugs:  e.g. skeletal mesh IK mismatch &amp; AnimNotify timing — AI explained the root cause;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5E"/>
                </a:solidFill>
                <a:latin typeface="Calibri"/>
              </a:rPr>
              <a:t>   all fixes were designed and applied manually in C++ and the UE5 editor by team members.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5E"/>
                </a:solidFill>
                <a:latin typeface="Calibri"/>
              </a:rPr>
              <a:t>• All source code, asset pipelines, and design decisions are fully original team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4922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6BC0"/>
                </a:solidFill>
                <a:latin typeface="Calibri"/>
              </a:rPr>
              <a:t>leechunkit01255210.wixsite.com/e-portfolio    |    nihonjin864.wixsite.com/lamchihim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1279</Words>
  <Application>Microsoft Office PowerPoint</Application>
  <PresentationFormat>Custom</PresentationFormat>
  <Paragraphs>225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2026-04-20T16:48:13Z</dcterms:modified>
  <cp:category/>
</cp:coreProperties>
</file>